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HK Grotesk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17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6.svg"/><Relationship Id="rId7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03935" y="565150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</a:t>
            </a: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REATIVE </a:t>
            </a: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</a:t>
            </a: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ENESIS 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258800" y="3122391"/>
            <a:ext cx="5661778" cy="5044403"/>
            <a:chOff x="0" y="0"/>
            <a:chExt cx="912277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277" cy="812800"/>
            </a:xfrm>
            <a:custGeom>
              <a:avLst/>
              <a:gdLst/>
              <a:ahLst/>
              <a:cxnLst/>
              <a:rect l="l" t="t" r="r" b="b"/>
              <a:pathLst>
                <a:path w="912277" h="812800">
                  <a:moveTo>
                    <a:pt x="0" y="0"/>
                  </a:moveTo>
                  <a:lnTo>
                    <a:pt x="912277" y="0"/>
                  </a:lnTo>
                  <a:lnTo>
                    <a:pt x="9122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4086" r="-408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261748" y="2630266"/>
            <a:ext cx="5244452" cy="576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TITLE PAGE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3695700"/>
            <a:ext cx="14324822" cy="6219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03298" lvl="1" indent="-571500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 TITLE: Pagir-Feed Lives</a:t>
            </a:r>
          </a:p>
          <a:p>
            <a:pPr algn="l">
              <a:lnSpc>
                <a:spcPts val="4399"/>
              </a:lnSpc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DOMAIN NAME: Sustainable Environment and Green Technology</a:t>
            </a:r>
          </a:p>
          <a:p>
            <a:pPr algn="l">
              <a:lnSpc>
                <a:spcPts val="4399"/>
              </a:lnSpc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STATEMENT: AI Powered Food Waste Reduction and Redistribution </a:t>
            </a:r>
          </a:p>
          <a:p>
            <a:pPr algn="l">
              <a:lnSpc>
                <a:spcPts val="4399"/>
              </a:lnSpc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TEAM-ID:KGH230</a:t>
            </a:r>
          </a:p>
          <a:p>
            <a:pPr algn="l">
              <a:lnSpc>
                <a:spcPts val="4399"/>
              </a:lnSpc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TEAM NAME:THIRAL</a:t>
            </a:r>
          </a:p>
        </p:txBody>
      </p:sp>
      <p:sp>
        <p:nvSpPr>
          <p:cNvPr id="7" name="Freeform 7"/>
          <p:cNvSpPr/>
          <p:nvPr/>
        </p:nvSpPr>
        <p:spPr>
          <a:xfrm>
            <a:off x="-1200296" y="1331401"/>
            <a:ext cx="3062016" cy="2917266"/>
          </a:xfrm>
          <a:custGeom>
            <a:avLst/>
            <a:gdLst/>
            <a:ahLst/>
            <a:cxnLst/>
            <a:rect l="l" t="t" r="r" b="b"/>
            <a:pathLst>
              <a:path w="3062016" h="291726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6244" y="508283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026" name="Picture 2" descr="A Call to Non-Resident Indians (NRIs) to Help Feed the Poor and Hungry in  Rural Children.">
            <a:extLst>
              <a:ext uri="{FF2B5EF4-FFF2-40B4-BE49-F238E27FC236}">
                <a16:creationId xmlns:a16="http://schemas.microsoft.com/office/drawing/2014/main" id="{41BB09CF-6FA1-E3D6-4DDD-C264554B3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5400" y="1638300"/>
            <a:ext cx="5290009" cy="845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96B209-FCDA-1118-2F9D-BB9E74E10C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62100"/>
            <a:ext cx="11658600" cy="403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4743DB-3E77-88B1-1651-D074F5C366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829300"/>
            <a:ext cx="116586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6244" y="508283"/>
            <a:ext cx="11158445" cy="100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PROPOSED SOLUTION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AB2AB1E8-B800-780E-A746-7E4059A5DE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1F2386-1276-3CA2-0ECB-66B818E33B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714500"/>
            <a:ext cx="17449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6244" y="508283"/>
            <a:ext cx="11158445" cy="100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 ARCHITECTURE</a:t>
            </a: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6A64902-0483-F6CF-58E9-54FE5E7427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1"/>
          <a:stretch>
            <a:fillRect/>
          </a:stretch>
        </p:blipFill>
        <p:spPr>
          <a:xfrm>
            <a:off x="762000" y="1943100"/>
            <a:ext cx="16687800" cy="79965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6244" y="508283"/>
            <a:ext cx="11158445" cy="100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 WORKFLOW</a:t>
            </a: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3B10BE-3120-37CC-FAE8-5EF9E0045C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409700"/>
            <a:ext cx="9067800" cy="8691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146244" y="508283"/>
            <a:ext cx="11158445" cy="100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USER INTERACTION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C6FF30-FBB5-A262-61DE-9571E96DD0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67"/>
          <a:stretch>
            <a:fillRect/>
          </a:stretch>
        </p:blipFill>
        <p:spPr>
          <a:xfrm>
            <a:off x="685799" y="1866900"/>
            <a:ext cx="16969385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514600" y="571500"/>
            <a:ext cx="13008156" cy="1009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DATA/COMPONENT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971419-7793-19E3-900B-03C0CDAA8D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51"/>
          <a:stretch>
            <a:fillRect/>
          </a:stretch>
        </p:blipFill>
        <p:spPr>
          <a:xfrm>
            <a:off x="152400" y="2171700"/>
            <a:ext cx="7010399" cy="5791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BC51D3-FEEA-DC71-07A4-1F6E185723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0" t="1691" r="2161" b="4353"/>
          <a:stretch>
            <a:fillRect/>
          </a:stretch>
        </p:blipFill>
        <p:spPr>
          <a:xfrm>
            <a:off x="7315200" y="2171700"/>
            <a:ext cx="10695026" cy="579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57</Words>
  <Application>Microsoft Office PowerPoint</Application>
  <PresentationFormat>Custom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HK Grotesk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CheckPoint1</dc:title>
  <dc:creator>Priyadarshini D</dc:creator>
  <cp:lastModifiedBy>Priyadarshini D</cp:lastModifiedBy>
  <cp:revision>20</cp:revision>
  <dcterms:created xsi:type="dcterms:W3CDTF">2006-08-16T00:00:00Z</dcterms:created>
  <dcterms:modified xsi:type="dcterms:W3CDTF">2026-03-05T07:50:42Z</dcterms:modified>
  <dc:identifier>DAHC6R-KKlM</dc:identifier>
</cp:coreProperties>
</file>